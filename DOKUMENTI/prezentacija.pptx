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48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0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4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27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6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7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7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3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1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96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8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7083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24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5934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37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21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9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5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0" y="2404533"/>
            <a:ext cx="7766936" cy="1646302"/>
          </a:xfrm>
        </p:spPr>
        <p:txBody>
          <a:bodyPr/>
          <a:lstStyle/>
          <a:p>
            <a:pPr algn="ctr"/>
            <a:r>
              <a:rPr lang="sr-Cyrl-RS" sz="6000" dirty="0" smtClean="0"/>
              <a:t>СВЕТ ЛЕПОТЕ</a:t>
            </a:r>
            <a:r>
              <a:rPr lang="sr-Cyrl-RS" dirty="0" smtClean="0"/>
              <a:t/>
            </a:r>
            <a:br>
              <a:rPr lang="sr-Cyrl-RS" dirty="0" smtClean="0"/>
            </a:br>
            <a:r>
              <a:rPr lang="sr-Cyrl-RS" sz="2500" dirty="0" smtClean="0"/>
              <a:t>Интерактивна мултимедијална платформа</a:t>
            </a:r>
            <a:endParaRPr lang="en-US" sz="2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8366" y="5747748"/>
            <a:ext cx="7766936" cy="1096899"/>
          </a:xfrm>
        </p:spPr>
        <p:txBody>
          <a:bodyPr/>
          <a:lstStyle/>
          <a:p>
            <a:pPr algn="l"/>
            <a:r>
              <a:rPr lang="sr-Cyrl-RS" dirty="0" smtClean="0"/>
              <a:t>Мина Павловић 125/2023</a:t>
            </a:r>
          </a:p>
          <a:p>
            <a:pPr algn="l"/>
            <a:r>
              <a:rPr lang="sr-Cyrl-RS" dirty="0" smtClean="0"/>
              <a:t>Предмет: Основе мултимедијалних технологија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154" y="2945534"/>
            <a:ext cx="637569" cy="6375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140" y="715108"/>
            <a:ext cx="8596668" cy="691662"/>
          </a:xfrm>
        </p:spPr>
        <p:txBody>
          <a:bodyPr>
            <a:noAutofit/>
          </a:bodyPr>
          <a:lstStyle/>
          <a:p>
            <a:pPr algn="ctr"/>
            <a:r>
              <a:rPr lang="sr-Cyrl-RS" sz="4000" dirty="0" smtClean="0"/>
              <a:t>Увод и циљ пројекта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388" y="2294797"/>
            <a:ext cx="4650806" cy="4238939"/>
          </a:xfrm>
        </p:spPr>
        <p:txBody>
          <a:bodyPr>
            <a:normAutofit/>
          </a:bodyPr>
          <a:lstStyle/>
          <a:p>
            <a:r>
              <a:rPr lang="ru-RU" sz="2000" dirty="0"/>
              <a:t>Циљ је био креирати едукативну платформу која користи напредне мултимедијалне елементе. </a:t>
            </a:r>
            <a:endParaRPr lang="en-US" sz="2000" dirty="0" smtClean="0"/>
          </a:p>
          <a:p>
            <a:pPr marL="0" indent="0">
              <a:buNone/>
            </a:pPr>
            <a:endParaRPr lang="ru-RU" sz="2000" dirty="0" smtClean="0"/>
          </a:p>
          <a:p>
            <a:r>
              <a:rPr lang="ru-RU" sz="2000" dirty="0" smtClean="0"/>
              <a:t>Циљна група: Корисници фокусирани на визуелни доживљај.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281" y="1796407"/>
            <a:ext cx="2834505" cy="412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43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1541" y="778245"/>
            <a:ext cx="8596668" cy="1320800"/>
          </a:xfrm>
        </p:spPr>
        <p:txBody>
          <a:bodyPr>
            <a:normAutofit/>
          </a:bodyPr>
          <a:lstStyle/>
          <a:p>
            <a:r>
              <a:rPr lang="sr-Cyrl-RS" sz="4000" dirty="0" smtClean="0"/>
              <a:t>Визуелни идентитет и </a:t>
            </a:r>
            <a:r>
              <a:rPr lang="sr-Latn-RS" sz="4000" dirty="0" smtClean="0"/>
              <a:t>CSS3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973" y="2248512"/>
            <a:ext cx="5732258" cy="3880773"/>
          </a:xfrm>
        </p:spPr>
        <p:txBody>
          <a:bodyPr>
            <a:normAutofit/>
          </a:bodyPr>
          <a:lstStyle/>
          <a:p>
            <a:r>
              <a:rPr lang="sr-Cyrl-RS" sz="2000" dirty="0" smtClean="0"/>
              <a:t>Коришћење </a:t>
            </a:r>
            <a:r>
              <a:rPr lang="en-US" sz="2000" dirty="0"/>
              <a:t>:</a:t>
            </a:r>
            <a:r>
              <a:rPr lang="sr-Latn-RS" sz="2000" dirty="0" smtClean="0"/>
              <a:t>root </a:t>
            </a:r>
            <a:r>
              <a:rPr lang="sr-Cyrl-RS" sz="2000" dirty="0" smtClean="0"/>
              <a:t>варијабли за конзистентност боја.</a:t>
            </a:r>
            <a:endParaRPr lang="en-US" sz="2000" dirty="0" smtClean="0"/>
          </a:p>
          <a:p>
            <a:pPr marL="0" indent="0">
              <a:buNone/>
            </a:pPr>
            <a:endParaRPr lang="sr-Cyrl-RS" sz="2000" dirty="0" smtClean="0"/>
          </a:p>
          <a:p>
            <a:r>
              <a:rPr lang="sr-Cyrl-RS" sz="2000" dirty="0" smtClean="0"/>
              <a:t>--</a:t>
            </a:r>
            <a:r>
              <a:rPr lang="sr-Latn-RS" sz="2000" dirty="0" smtClean="0"/>
              <a:t>bebi-roze (#fbcce1) – </a:t>
            </a:r>
            <a:r>
              <a:rPr lang="sr-Cyrl-RS" sz="2000" dirty="0" smtClean="0"/>
              <a:t>база</a:t>
            </a:r>
            <a:endParaRPr lang="en-US" sz="2000" dirty="0" smtClean="0"/>
          </a:p>
          <a:p>
            <a:pPr marL="0" indent="0">
              <a:buNone/>
            </a:pPr>
            <a:endParaRPr lang="sr-Cyrl-RS" sz="2000" dirty="0" smtClean="0"/>
          </a:p>
          <a:p>
            <a:r>
              <a:rPr lang="sr-Latn-RS" sz="2000" dirty="0" smtClean="0"/>
              <a:t>--bebi-plava (#e0f2f1) – </a:t>
            </a:r>
            <a:r>
              <a:rPr lang="sr-Cyrl-RS" sz="2000" dirty="0" smtClean="0"/>
              <a:t>хидратација/свежина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218" y="2514600"/>
            <a:ext cx="4441964" cy="302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65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5457" y="662354"/>
            <a:ext cx="8596668" cy="1320800"/>
          </a:xfrm>
        </p:spPr>
        <p:txBody>
          <a:bodyPr>
            <a:noAutofit/>
          </a:bodyPr>
          <a:lstStyle/>
          <a:p>
            <a:r>
              <a:rPr lang="sr-Cyrl-RS" sz="4000" dirty="0" smtClean="0"/>
              <a:t>Дигитална типографија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709" y="2389187"/>
            <a:ext cx="5002497" cy="3880773"/>
          </a:xfrm>
        </p:spPr>
        <p:txBody>
          <a:bodyPr>
            <a:normAutofit/>
          </a:bodyPr>
          <a:lstStyle/>
          <a:p>
            <a:r>
              <a:rPr lang="sr-Cyrl-RS" sz="2000" dirty="0" smtClean="0"/>
              <a:t>Одабир санс-серифних фонтова. </a:t>
            </a:r>
            <a:endParaRPr lang="en-US" sz="2000" dirty="0" smtClean="0"/>
          </a:p>
          <a:p>
            <a:pPr marL="0" indent="0">
              <a:buNone/>
            </a:pPr>
            <a:endParaRPr lang="sr-Cyrl-RS" sz="2000" dirty="0" smtClean="0"/>
          </a:p>
          <a:p>
            <a:r>
              <a:rPr lang="sr-Cyrl-RS" sz="2000" dirty="0" smtClean="0"/>
              <a:t>Предности: Читљивост на екранима мале резолуције и модеран </a:t>
            </a:r>
            <a:r>
              <a:rPr lang="sr-Latn-RS" sz="2000" dirty="0" smtClean="0"/>
              <a:t>UI </a:t>
            </a:r>
            <a:r>
              <a:rPr lang="sr-Cyrl-RS" sz="2000" dirty="0" smtClean="0"/>
              <a:t>изглед.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4564"/>
          <a:stretch/>
        </p:blipFill>
        <p:spPr>
          <a:xfrm>
            <a:off x="5706206" y="2732089"/>
            <a:ext cx="3722013" cy="6705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715" r="959"/>
          <a:stretch/>
        </p:blipFill>
        <p:spPr>
          <a:xfrm>
            <a:off x="2312377" y="4627617"/>
            <a:ext cx="5882055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6565" y="723900"/>
            <a:ext cx="8596668" cy="1320800"/>
          </a:xfrm>
        </p:spPr>
        <p:txBody>
          <a:bodyPr>
            <a:normAutofit/>
          </a:bodyPr>
          <a:lstStyle/>
          <a:p>
            <a:r>
              <a:rPr lang="sr-Cyrl-RS" sz="4000" dirty="0" smtClean="0"/>
              <a:t>Продукција графике - </a:t>
            </a:r>
            <a:r>
              <a:rPr lang="sr-Latn-RS" sz="4000" dirty="0" smtClean="0"/>
              <a:t>Inkscape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541" y="2565036"/>
            <a:ext cx="4569231" cy="2701558"/>
          </a:xfrm>
        </p:spPr>
        <p:txBody>
          <a:bodyPr>
            <a:normAutofit/>
          </a:bodyPr>
          <a:lstStyle/>
          <a:p>
            <a:r>
              <a:rPr lang="sr-Cyrl-RS" sz="2000" dirty="0" smtClean="0"/>
              <a:t>Сви елементи векториске галерије су у </a:t>
            </a:r>
            <a:r>
              <a:rPr lang="sr-Latn-RS" sz="2000" dirty="0" smtClean="0"/>
              <a:t>SVG </a:t>
            </a:r>
            <a:r>
              <a:rPr lang="sr-Cyrl-RS" sz="2000" dirty="0" smtClean="0"/>
              <a:t>формату.</a:t>
            </a:r>
            <a:endParaRPr lang="en-US" sz="2000" dirty="0"/>
          </a:p>
          <a:p>
            <a:pPr marL="0" indent="0">
              <a:buNone/>
            </a:pPr>
            <a:endParaRPr lang="sr-Cyrl-RS" sz="2000" dirty="0" smtClean="0"/>
          </a:p>
          <a:p>
            <a:r>
              <a:rPr lang="sr-Cyrl-RS" sz="2000" dirty="0" smtClean="0"/>
              <a:t>Предност: Бесконачна скалабилност без губитка квалитета (</a:t>
            </a:r>
            <a:r>
              <a:rPr lang="sr-Latn-RS" sz="2000" dirty="0" smtClean="0"/>
              <a:t>Pixel-perfect </a:t>
            </a:r>
            <a:r>
              <a:rPr lang="sr-Cyrl-RS" sz="2000" dirty="0" smtClean="0"/>
              <a:t>дизајн).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471" y="1872104"/>
            <a:ext cx="4057581" cy="426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35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5795" y="671146"/>
            <a:ext cx="8596668" cy="1320800"/>
          </a:xfrm>
        </p:spPr>
        <p:txBody>
          <a:bodyPr>
            <a:normAutofit/>
          </a:bodyPr>
          <a:lstStyle/>
          <a:p>
            <a:r>
              <a:rPr lang="sr-Cyrl-RS" sz="4000" dirty="0" smtClean="0"/>
              <a:t>Техника </a:t>
            </a:r>
            <a:r>
              <a:rPr lang="sr-Latn-RS" sz="4000" dirty="0" smtClean="0"/>
              <a:t>Trace Bitmap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293" y="1764938"/>
            <a:ext cx="8596668" cy="1461842"/>
          </a:xfrm>
        </p:spPr>
        <p:txBody>
          <a:bodyPr>
            <a:normAutofit/>
          </a:bodyPr>
          <a:lstStyle/>
          <a:p>
            <a:r>
              <a:rPr lang="sr-Cyrl-RS" sz="2000" dirty="0" smtClean="0"/>
              <a:t>Како су фотографије претворене у уметност?</a:t>
            </a:r>
            <a:endParaRPr lang="en-US" sz="2000" dirty="0" smtClean="0"/>
          </a:p>
          <a:p>
            <a:pPr marL="0" indent="0">
              <a:buNone/>
            </a:pPr>
            <a:endParaRPr lang="sr-Cyrl-RS" sz="2000" dirty="0" smtClean="0"/>
          </a:p>
          <a:p>
            <a:r>
              <a:rPr lang="sr-Cyrl-RS" sz="2000" dirty="0" smtClean="0"/>
              <a:t>Коришћењем прагова осветљења и сепарације боја у векторе.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10" y="3513256"/>
            <a:ext cx="2146936" cy="28230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049" y="3551042"/>
            <a:ext cx="2144258" cy="2820413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317024" y="4742606"/>
            <a:ext cx="817684" cy="4220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95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858" y="574430"/>
            <a:ext cx="8596668" cy="1320800"/>
          </a:xfrm>
        </p:spPr>
        <p:txBody>
          <a:bodyPr>
            <a:normAutofit/>
          </a:bodyPr>
          <a:lstStyle/>
          <a:p>
            <a:r>
              <a:rPr lang="sr-Cyrl-RS" sz="4000" dirty="0" smtClean="0"/>
              <a:t>Видео продукција (25 </a:t>
            </a:r>
            <a:r>
              <a:rPr lang="sr-Latn-RS" sz="4000" dirty="0" smtClean="0"/>
              <a:t>fps</a:t>
            </a:r>
            <a:r>
              <a:rPr lang="sr-Cyrl-RS" sz="4000" dirty="0" smtClean="0"/>
              <a:t>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165" y="1782520"/>
            <a:ext cx="8596668" cy="3880773"/>
          </a:xfrm>
        </p:spPr>
        <p:txBody>
          <a:bodyPr>
            <a:normAutofit/>
          </a:bodyPr>
          <a:lstStyle/>
          <a:p>
            <a:r>
              <a:rPr lang="sr-Cyrl-RS" sz="2000" dirty="0" smtClean="0"/>
              <a:t>Видео стандард: 25 јадрова у секунди (</a:t>
            </a:r>
            <a:r>
              <a:rPr lang="sr-Latn-RS" sz="2000" dirty="0" smtClean="0"/>
              <a:t>PAL</a:t>
            </a:r>
            <a:r>
              <a:rPr lang="sr-Cyrl-RS" sz="2000" dirty="0" smtClean="0"/>
              <a:t>). </a:t>
            </a:r>
          </a:p>
          <a:p>
            <a:pPr marL="0" indent="0">
              <a:buNone/>
            </a:pPr>
            <a:endParaRPr lang="sr-Cyrl-RS" sz="2000" dirty="0" smtClean="0"/>
          </a:p>
          <a:p>
            <a:r>
              <a:rPr lang="sr-Cyrl-RS" sz="2000" dirty="0" smtClean="0"/>
              <a:t>Формат: </a:t>
            </a:r>
            <a:r>
              <a:rPr lang="sr-Latn-RS" sz="2000" dirty="0" smtClean="0"/>
              <a:t>MP4 (H.264).  </a:t>
            </a:r>
            <a:endParaRPr lang="sr-Cyrl-RS" sz="2000" dirty="0" smtClean="0"/>
          </a:p>
          <a:p>
            <a:pPr marL="0" indent="0">
              <a:buNone/>
            </a:pPr>
            <a:endParaRPr lang="sr-Cyrl-RS" sz="2000" dirty="0" smtClean="0"/>
          </a:p>
          <a:p>
            <a:r>
              <a:rPr lang="sr-Cyrl-RS" sz="2000" dirty="0" smtClean="0"/>
              <a:t>Фокус на брзом стримовању и јасноћи приказа.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646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1734" y="548056"/>
            <a:ext cx="8596668" cy="1320800"/>
          </a:xfrm>
        </p:spPr>
        <p:txBody>
          <a:bodyPr>
            <a:normAutofit/>
          </a:bodyPr>
          <a:lstStyle/>
          <a:p>
            <a:r>
              <a:rPr lang="sr-Cyrl-RS" sz="4000" dirty="0" smtClean="0"/>
              <a:t>Интерактивност – Квиз знања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58" y="1562713"/>
            <a:ext cx="8596668" cy="1743195"/>
          </a:xfrm>
        </p:spPr>
        <p:txBody>
          <a:bodyPr>
            <a:normAutofit/>
          </a:bodyPr>
          <a:lstStyle/>
          <a:p>
            <a:r>
              <a:rPr lang="sr-Latn-RS" sz="2000" dirty="0" smtClean="0"/>
              <a:t>Edutaintment </a:t>
            </a:r>
            <a:r>
              <a:rPr lang="sr-Cyrl-RS" sz="2000" dirty="0" smtClean="0"/>
              <a:t>концепт: Учење кроз игру. </a:t>
            </a:r>
            <a:endParaRPr lang="en-US" sz="2000" dirty="0" smtClean="0"/>
          </a:p>
          <a:p>
            <a:pPr marL="0" indent="0">
              <a:buNone/>
            </a:pPr>
            <a:endParaRPr lang="sr-Cyrl-RS" sz="2000" dirty="0" smtClean="0"/>
          </a:p>
          <a:p>
            <a:r>
              <a:rPr lang="sr-Cyrl-RS" sz="2000" dirty="0" smtClean="0"/>
              <a:t>Квиз са 10 питања и тренутном повратном информацијом за корисника.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184" y="3251596"/>
            <a:ext cx="6358961" cy="326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33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657" y="504092"/>
            <a:ext cx="8596668" cy="1320800"/>
          </a:xfrm>
        </p:spPr>
        <p:txBody>
          <a:bodyPr>
            <a:normAutofit/>
          </a:bodyPr>
          <a:lstStyle/>
          <a:p>
            <a:r>
              <a:rPr lang="sr-Cyrl-RS" sz="4000" dirty="0" smtClean="0"/>
              <a:t>Игра меморије и </a:t>
            </a:r>
            <a:r>
              <a:rPr lang="sr-Latn-RS" sz="4000" dirty="0" smtClean="0"/>
              <a:t>Feedback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112" y="2626581"/>
            <a:ext cx="4105681" cy="3880773"/>
          </a:xfrm>
        </p:spPr>
        <p:txBody>
          <a:bodyPr>
            <a:normAutofit/>
          </a:bodyPr>
          <a:lstStyle/>
          <a:p>
            <a:r>
              <a:rPr lang="sr-Cyrl-RS" sz="2000" dirty="0" smtClean="0"/>
              <a:t>Игра меморије која се заснива на проналажењу парова елемената Света лепоте.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274" y="1789724"/>
            <a:ext cx="5230572" cy="40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48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672" y="574430"/>
            <a:ext cx="8596668" cy="1320800"/>
          </a:xfrm>
        </p:spPr>
        <p:txBody>
          <a:bodyPr>
            <a:normAutofit/>
          </a:bodyPr>
          <a:lstStyle/>
          <a:p>
            <a:r>
              <a:rPr lang="sr-Cyrl-RS" sz="4000" dirty="0" smtClean="0"/>
              <a:t>Респонзивност - </a:t>
            </a:r>
            <a:r>
              <a:rPr lang="sr-Latn-RS" sz="4000" dirty="0" smtClean="0"/>
              <a:t>Bootstrap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973" y="1650635"/>
            <a:ext cx="8596668" cy="3880773"/>
          </a:xfrm>
        </p:spPr>
        <p:txBody>
          <a:bodyPr>
            <a:normAutofit/>
          </a:bodyPr>
          <a:lstStyle/>
          <a:p>
            <a:r>
              <a:rPr lang="sr-Cyrl-RS" sz="2000" dirty="0" smtClean="0"/>
              <a:t>Сајт се потпуно прилагођава свим величинама екрана захваљујући флексибилној мрежи </a:t>
            </a:r>
            <a:r>
              <a:rPr lang="sr-Latn-RS" sz="2000" dirty="0" smtClean="0"/>
              <a:t>Bootstrap</a:t>
            </a:r>
            <a:r>
              <a:rPr lang="sr-Cyrl-RS" sz="2000" dirty="0" smtClean="0"/>
              <a:t>-овог </a:t>
            </a:r>
            <a:r>
              <a:rPr lang="sr-Latn-RS" sz="2000" dirty="0" smtClean="0"/>
              <a:t>Grid System</a:t>
            </a:r>
            <a:r>
              <a:rPr lang="en-US" sz="2000" dirty="0" smtClean="0"/>
              <a:t>-a. </a:t>
            </a:r>
            <a:endParaRPr lang="en-US" sz="20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86829" y="2716823"/>
            <a:ext cx="4930164" cy="360851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 rotWithShape="1">
          <a:blip r:embed="rId3"/>
          <a:srcRect l="3226" t="1086" r="189" b="3019"/>
          <a:stretch/>
        </p:blipFill>
        <p:spPr bwMode="auto">
          <a:xfrm>
            <a:off x="6812987" y="2866291"/>
            <a:ext cx="2005697" cy="32341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94426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4607" y="574429"/>
            <a:ext cx="2357060" cy="1320800"/>
          </a:xfrm>
        </p:spPr>
        <p:txBody>
          <a:bodyPr>
            <a:normAutofit/>
          </a:bodyPr>
          <a:lstStyle/>
          <a:p>
            <a:r>
              <a:rPr lang="sr-Cyrl-RS" sz="4000" dirty="0" smtClean="0"/>
              <a:t>Закучак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958" y="2394744"/>
            <a:ext cx="4035342" cy="2323490"/>
          </a:xfrm>
        </p:spPr>
        <p:txBody>
          <a:bodyPr>
            <a:normAutofit/>
          </a:bodyPr>
          <a:lstStyle/>
          <a:p>
            <a:r>
              <a:rPr lang="sr-Cyrl-RS" sz="2000" dirty="0" smtClean="0"/>
              <a:t>Успешна синергија теорије и праксе.</a:t>
            </a:r>
          </a:p>
          <a:p>
            <a:pPr marL="0" indent="0">
              <a:buNone/>
            </a:pPr>
            <a:endParaRPr lang="sr-Cyrl-RS" sz="2000" dirty="0" smtClean="0"/>
          </a:p>
          <a:p>
            <a:r>
              <a:rPr lang="sr-Cyrl-RS" sz="2000" dirty="0" smtClean="0"/>
              <a:t>Мултимедија као кључ за памћење до 80% информација.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" t="7608" b="10910"/>
          <a:stretch/>
        </p:blipFill>
        <p:spPr>
          <a:xfrm>
            <a:off x="4624754" y="1749670"/>
            <a:ext cx="4774218" cy="361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396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4835" y="2007578"/>
            <a:ext cx="4404619" cy="1320800"/>
          </a:xfrm>
        </p:spPr>
        <p:txBody>
          <a:bodyPr/>
          <a:lstStyle/>
          <a:p>
            <a:r>
              <a:rPr lang="sr-Cyrl-RS" dirty="0" smtClean="0"/>
              <a:t>Хвала на пажњи!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7533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</TotalTime>
  <Words>234</Words>
  <Application>Microsoft Office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СВЕТ ЛЕПОТЕ Интерактивна мултимедијална платформа</vt:lpstr>
      <vt:lpstr>Увод и циљ пројекта</vt:lpstr>
      <vt:lpstr>Визуелни идентитет и CSS3</vt:lpstr>
      <vt:lpstr>Дигитална типографија</vt:lpstr>
      <vt:lpstr>Продукција графике - Inkscape</vt:lpstr>
      <vt:lpstr>Техника Trace Bitmap</vt:lpstr>
      <vt:lpstr>Видео продукција (25 fps)</vt:lpstr>
      <vt:lpstr>Интерактивност – Квиз знања</vt:lpstr>
      <vt:lpstr>Игра меморије и Feedback</vt:lpstr>
      <vt:lpstr>Респонзивност - Bootstrap</vt:lpstr>
      <vt:lpstr>Закучак</vt:lpstr>
      <vt:lpstr>Хвала на пажњи!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Mina Pavlovic</dc:creator>
  <cp:lastModifiedBy>Mina Pavlovic</cp:lastModifiedBy>
  <cp:revision>28</cp:revision>
  <dcterms:created xsi:type="dcterms:W3CDTF">2025-07-23T00:59:00Z</dcterms:created>
  <dcterms:modified xsi:type="dcterms:W3CDTF">2026-03-28T01:04:42Z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